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ACM final Practical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66947" y="6320589"/>
            <a:ext cx="1716505" cy="36896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Ankit Chawla(07)</a:t>
            </a:r>
          </a:p>
        </p:txBody>
      </p:sp>
    </p:spTree>
    <p:extLst>
      <p:ext uri="{BB962C8B-B14F-4D97-AF65-F5344CB8AC3E}">
        <p14:creationId xmlns:p14="http://schemas.microsoft.com/office/powerpoint/2010/main" val="288489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97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Our aim is classify the performance of students as good(1) or bad(0) appeared in 3 kinds of test and measured with the following </a:t>
            </a:r>
            <a:endParaRPr lang="en-US" sz="2000" dirty="0"/>
          </a:p>
          <a:p>
            <a:r>
              <a:rPr lang="en-US" sz="2000" dirty="0"/>
              <a:t>Data from temperature sensor expressed degrees on the Celsius (°C) scale.</a:t>
            </a:r>
          </a:p>
          <a:p>
            <a:r>
              <a:rPr lang="en-US" sz="2000" dirty="0"/>
              <a:t>Data from the </a:t>
            </a:r>
            <a:r>
              <a:rPr lang="en-US" sz="2000" dirty="0" err="1"/>
              <a:t>electrodermal</a:t>
            </a:r>
            <a:r>
              <a:rPr lang="en-US" sz="2000" dirty="0"/>
              <a:t> activity sensor expressed as </a:t>
            </a:r>
            <a:r>
              <a:rPr lang="en-US" sz="2000" dirty="0" err="1"/>
              <a:t>microsiemens</a:t>
            </a:r>
            <a:r>
              <a:rPr lang="en-US" sz="2000" dirty="0"/>
              <a:t> (</a:t>
            </a:r>
            <a:r>
              <a:rPr lang="en-US" sz="2000" dirty="0" err="1"/>
              <a:t>μS</a:t>
            </a:r>
            <a:r>
              <a:rPr lang="en-US" sz="2000" dirty="0"/>
              <a:t>).</a:t>
            </a:r>
          </a:p>
          <a:p>
            <a:r>
              <a:rPr lang="en-US" sz="2000" dirty="0"/>
              <a:t>Data from </a:t>
            </a:r>
            <a:r>
              <a:rPr lang="en-US" sz="2000" dirty="0" err="1"/>
              <a:t>photoplethysmograph</a:t>
            </a:r>
            <a:r>
              <a:rPr lang="en-US" sz="2000" dirty="0"/>
              <a:t>.</a:t>
            </a:r>
          </a:p>
          <a:p>
            <a:r>
              <a:rPr lang="en-US" sz="2000" dirty="0"/>
              <a:t>Data from 3-axis accelerometer sensor. The accelerometer is configured to measure acceleration in the range [-2g, 2g]. Therefore the unit in this file is 1/64g. Data from x, y, and z axis are respectively in first, second, and third column.</a:t>
            </a:r>
          </a:p>
          <a:p>
            <a:r>
              <a:rPr lang="en-US" sz="2000" dirty="0"/>
              <a:t>Average heart rate extracted from the BVP.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5814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5112"/>
          </a:xfrm>
        </p:spPr>
        <p:txBody>
          <a:bodyPr>
            <a:normAutofit/>
          </a:bodyPr>
          <a:lstStyle/>
          <a:p>
            <a:r>
              <a:rPr lang="en-IN" sz="2000" dirty="0"/>
              <a:t>A total of 10 students were recorded for 3 different examinations.</a:t>
            </a:r>
          </a:p>
          <a:p>
            <a:r>
              <a:rPr lang="en-IN" sz="2000" dirty="0"/>
              <a:t>Therefore a total of 30 exam readings of time series data</a:t>
            </a:r>
          </a:p>
          <a:p>
            <a:r>
              <a:rPr lang="en-IN" sz="2000" dirty="0"/>
              <a:t>Mid term exams are of 1.5hrs and final examination of 3hrs</a:t>
            </a:r>
          </a:p>
        </p:txBody>
      </p:sp>
    </p:spTree>
    <p:extLst>
      <p:ext uri="{BB962C8B-B14F-4D97-AF65-F5344CB8AC3E}">
        <p14:creationId xmlns:p14="http://schemas.microsoft.com/office/powerpoint/2010/main" val="128029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0692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Each signal attribute was converted into the </a:t>
            </a:r>
            <a:r>
              <a:rPr lang="en-IN" sz="2000" dirty="0" err="1"/>
              <a:t>freq</a:t>
            </a:r>
            <a:r>
              <a:rPr lang="en-IN" sz="2000" dirty="0"/>
              <a:t> of 1hz to sync the whole data.</a:t>
            </a:r>
          </a:p>
          <a:p>
            <a:r>
              <a:rPr lang="en-IN" sz="2000" dirty="0"/>
              <a:t>Mean of points were taken for the features with </a:t>
            </a:r>
            <a:r>
              <a:rPr lang="en-IN" sz="2000" dirty="0" err="1"/>
              <a:t>highfreq</a:t>
            </a:r>
            <a:r>
              <a:rPr lang="en-IN" sz="2000" dirty="0"/>
              <a:t> rate to convert it into 1hz</a:t>
            </a:r>
          </a:p>
          <a:p>
            <a:r>
              <a:rPr lang="en-IN" sz="2000" dirty="0"/>
              <a:t>Then the data of each exam by every student was reduced by taking the mean of the 5 secs windows</a:t>
            </a:r>
          </a:p>
          <a:p>
            <a:r>
              <a:rPr lang="en-IN" sz="2000" dirty="0"/>
              <a:t>Further on, only those points were taken into consideration for which the value is 3 </a:t>
            </a:r>
            <a:r>
              <a:rPr lang="en-IN" sz="2000" dirty="0" err="1"/>
              <a:t>std</a:t>
            </a:r>
            <a:r>
              <a:rPr lang="en-IN" sz="2000" dirty="0"/>
              <a:t> deviation away from the mean for a feature. </a:t>
            </a:r>
          </a:p>
          <a:p>
            <a:r>
              <a:rPr lang="en-IN" sz="2000" dirty="0"/>
              <a:t>Now we take the mean of each feature for the selected points.</a:t>
            </a:r>
          </a:p>
          <a:p>
            <a:r>
              <a:rPr lang="en-IN" sz="2000" dirty="0"/>
              <a:t>This would result in 1 data point per examination of a student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each exam by a student = 1 data point.</a:t>
            </a:r>
          </a:p>
          <a:p>
            <a:pPr marL="0" indent="0">
              <a:buNone/>
            </a:pPr>
            <a:r>
              <a:rPr lang="en-IN" sz="2000" dirty="0"/>
              <a:t>Total of 3 </a:t>
            </a:r>
            <a:r>
              <a:rPr lang="en-IN" sz="2000" dirty="0" err="1"/>
              <a:t>datapoints</a:t>
            </a:r>
            <a:r>
              <a:rPr lang="en-IN" sz="2000" dirty="0"/>
              <a:t> per student(3 exams) and 10 students</a:t>
            </a:r>
          </a:p>
          <a:p>
            <a:pPr marL="0" indent="0">
              <a:buNone/>
            </a:pPr>
            <a:r>
              <a:rPr lang="en-IN" sz="2000" dirty="0"/>
              <a:t>Therefore a total of 30 data points</a:t>
            </a:r>
          </a:p>
        </p:txBody>
      </p:sp>
    </p:spTree>
    <p:extLst>
      <p:ext uri="{BB962C8B-B14F-4D97-AF65-F5344CB8AC3E}">
        <p14:creationId xmlns:p14="http://schemas.microsoft.com/office/powerpoint/2010/main" val="76756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042" y="797512"/>
            <a:ext cx="5192937" cy="502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7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03" y="1834767"/>
            <a:ext cx="3414763" cy="120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62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298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ACM final Practical</vt:lpstr>
      <vt:lpstr>Problem statement</vt:lpstr>
      <vt:lpstr>Dataset overview </vt:lpstr>
      <vt:lpstr>Methodology </vt:lpstr>
      <vt:lpstr>PowerPoint Presentation</vt:lpstr>
      <vt:lpstr>Results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 final Practical</dc:title>
  <dc:creator>GUEST PC1</dc:creator>
  <cp:lastModifiedBy>Ankit Chawla</cp:lastModifiedBy>
  <cp:revision>5</cp:revision>
  <dcterms:created xsi:type="dcterms:W3CDTF">2026-04-28T10:46:30Z</dcterms:created>
  <dcterms:modified xsi:type="dcterms:W3CDTF">2026-04-30T02:16:55Z</dcterms:modified>
</cp:coreProperties>
</file>